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Detection Using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Integrating Explainable AI and Adversarial Robustness</a:t>
            </a:r>
          </a:p>
          <a:p/>
          <a:p>
            <a:r>
              <a:t>Final Defense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 threats are evolving rapidly, with phishing being a primary attack vector.</a:t>
            </a:r>
          </a:p>
          <a:p>
            <a:pPr lvl="1"/>
            <a:r>
              <a:t>Machine Learning offers great accuracy, but poses two major challenges in cybersecurity:</a:t>
            </a:r>
          </a:p>
          <a:p>
            <a:pPr lvl="2"/>
            <a:r>
              <a:t>The Black Box Problem: Lack of transparency in AI decisions prevents trust from SOC analysts.</a:t>
            </a:r>
          </a:p>
          <a:p>
            <a:pPr lvl="2"/>
            <a:r>
              <a:t>Adversarial Vulnerability: Hackers can trick models with minor, mathematically crafted modifications.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PhishFOE (101,063 samples, 36 extracted features)</a:t>
            </a:r>
          </a:p>
          <a:p>
            <a:pPr/>
            <a:r>
              <a:t>Preprocessing Pipeline:</a:t>
            </a:r>
          </a:p>
          <a:p>
            <a:pPr lvl="1"/>
            <a:r>
              <a:t>Data Cleaning &amp; Normalization (StandardScaler)</a:t>
            </a:r>
          </a:p>
          <a:p>
            <a:pPr lvl="1"/>
            <a:r>
              <a:t>Class Balancing: SMOTE to prevent bias towards legitimate URLs</a:t>
            </a:r>
          </a:p>
          <a:p>
            <a:pPr lvl="1"/>
            <a:r>
              <a:t>Feature Selection: ANOVA and Recursive Feature Elimination (RFE)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Performance (Bootstrap CI)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  <a:gridCol w="1280160"/>
                <a:gridCol w="1463040"/>
              </a:tblGrid>
              <a:tr h="3429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Inference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 ms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 ms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 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(XAI) - Triangular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SHAP (Global)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PFI (Permutation)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LIME (Local Avg)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URL_Length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URL_Length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URL_Length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Nb_Special_Chars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Nb_Special_Chars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Nb_Special_Chars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HTTPS_Token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HTTPS_Token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Domain_Age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Domain_Age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Subdomain_Count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HTTPS_Token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Subdomain_Count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Domain_Age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Subdomain_Count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Adversarial Robustness &amp; Defense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t>Model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Clean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FGSM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PGD Attack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Standard 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46.15%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Adversarially 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89.50%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Detection Engine &amp;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Funnel Architecture for Real-Time Processing:</a:t>
            </a:r>
          </a:p>
          <a:p>
            <a:pPr lvl="1"/>
            <a:r>
              <a:t>1. Whitelist (O(1) instantaneous safe check)</a:t>
            </a:r>
          </a:p>
          <a:p>
            <a:pPr lvl="1"/>
            <a:r>
              <a:t>2. Blacklist (Immediate block of known threats)</a:t>
            </a:r>
          </a:p>
          <a:p>
            <a:pPr lvl="1"/>
            <a:r>
              <a:t>3. Heuristics Engine (Fast Regex rule validation)</a:t>
            </a:r>
          </a:p>
          <a:p>
            <a:pPr lvl="1"/>
            <a:r>
              <a:t>4. Machine Learning (LightGBM Zero-Day detection fallback)</a:t>
            </a:r>
          </a:p>
          <a:p>
            <a:pPr/>
            <a:r>
              <a:t>Backend Deployment: FastAPI handling asynchronous inferences.</a:t>
            </a:r>
          </a:p>
          <a:p>
            <a:pPr/>
            <a:r>
              <a:t>Frontend: Modern React Dashboard to visualize XAI explanations.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Proof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Statistical Validation:</a:t>
            </a:r>
          </a:p>
          <a:p>
            <a:pPr lvl="1"/>
            <a:r>
              <a:t>ANOVA p-value = 0.1133 confirms stable behavior across ensemble models.</a:t>
            </a:r>
          </a:p>
          <a:p>
            <a:pPr/>
            <a:r>
              <a:t>Summary of Contributions:</a:t>
            </a:r>
          </a:p>
          <a:p>
            <a:pPr lvl="1"/>
            <a:r>
              <a:t>Built a high-performance detection system (98.86% Accuracy).</a:t>
            </a:r>
          </a:p>
          <a:p>
            <a:pPr lvl="1"/>
            <a:r>
              <a:t>Solved the Black Box problem using Triangular Validation (SHAP/LIME).</a:t>
            </a:r>
          </a:p>
          <a:p>
            <a:pPr lvl="1"/>
            <a:r>
              <a:t>Hardened the architecture using Adversarial Training against evasion.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